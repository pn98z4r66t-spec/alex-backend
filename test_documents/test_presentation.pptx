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Document Analysis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Office Document 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document parsing</a:t>
            </a:r>
          </a:p>
          <a:p>
            <a:r>
              <a:t>Support for PDF, Word, Excel, PowerPoint</a:t>
            </a:r>
          </a:p>
          <a:p>
            <a:r>
              <a:t>AI-powered analysis and summarization</a:t>
            </a:r>
          </a:p>
          <a:p>
            <a:r>
              <a:t>Interactive chat about documents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